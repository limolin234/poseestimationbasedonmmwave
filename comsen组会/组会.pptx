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FA90E02-4BC7-42E1-8875-1E6BED3602BE}">
          <p14:sldIdLst>
            <p14:sldId id="256"/>
            <p14:sldId id="258"/>
            <p14:sldId id="257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4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21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82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7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919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96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7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97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80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67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797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729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3847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710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847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08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47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46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E5D869-A4A2-457D-AC58-48E9B7784BFA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86AF2D-E595-4C99-83B0-23EE8D0EF5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8659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AFA95-781E-0AAD-4973-4CF045388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345260"/>
            <a:ext cx="9440034" cy="1828801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基于毫米波的人体姿态识别和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加速研究</a:t>
            </a:r>
          </a:p>
        </p:txBody>
      </p:sp>
    </p:spTree>
    <p:extLst>
      <p:ext uri="{BB962C8B-B14F-4D97-AF65-F5344CB8AC3E}">
        <p14:creationId xmlns:p14="http://schemas.microsoft.com/office/powerpoint/2010/main" val="21938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40863-B292-0DD0-5C2D-81D81307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项目方针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293B6-B80D-7D7B-67F5-34FFC9E03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zh-CN" altLang="en-US" sz="2800" dirty="0"/>
              <a:t>项目分工</a:t>
            </a:r>
            <a:endParaRPr lang="en-US" altLang="zh-CN" sz="2800" dirty="0"/>
          </a:p>
          <a:p>
            <a:pPr marL="36900" indent="0">
              <a:buNone/>
            </a:pPr>
            <a:r>
              <a:rPr lang="zh-CN" altLang="en-US" dirty="0"/>
              <a:t>本项目的实施主要分为硬件和算法两个方向分别进行，通过事先约定好运行平台和调用接口实现任务的解耦与并行工作。</a:t>
            </a:r>
            <a:endParaRPr lang="en-US" altLang="zh-CN" dirty="0"/>
          </a:p>
          <a:p>
            <a:pPr marL="36900" indent="0">
              <a:buNone/>
            </a:pPr>
            <a:r>
              <a:rPr lang="zh-CN" altLang="en-US" sz="2800" dirty="0"/>
              <a:t>硬件组</a:t>
            </a:r>
            <a:endParaRPr lang="en-US" altLang="zh-CN" sz="2800" dirty="0"/>
          </a:p>
          <a:p>
            <a:pPr marL="36900" indent="0">
              <a:buNone/>
            </a:pPr>
            <a:r>
              <a:rPr lang="zh-CN" altLang="en-US" sz="1800" dirty="0"/>
              <a:t>完成毫米波雷达的基础硬件调试，完成</a:t>
            </a:r>
            <a:r>
              <a:rPr lang="en-US" altLang="zh-CN" sz="1800" dirty="0" err="1"/>
              <a:t>zynq</a:t>
            </a:r>
            <a:r>
              <a:rPr lang="zh-CN" altLang="en-US" sz="1800" dirty="0"/>
              <a:t>平台的硬件设计，构建</a:t>
            </a:r>
            <a:r>
              <a:rPr lang="en-US" altLang="zh-CN" sz="1800" dirty="0" err="1"/>
              <a:t>petalinux</a:t>
            </a:r>
            <a:r>
              <a:rPr lang="zh-CN" altLang="en-US" sz="1800" dirty="0"/>
              <a:t>系统，设计部署卷积加速核并提供相应的</a:t>
            </a:r>
            <a:r>
              <a:rPr lang="en-US" altLang="zh-CN" sz="1800" dirty="0" err="1"/>
              <a:t>linux</a:t>
            </a:r>
            <a:r>
              <a:rPr lang="zh-CN" altLang="en-US" sz="1800" dirty="0"/>
              <a:t>驱动和</a:t>
            </a:r>
            <a:r>
              <a:rPr lang="en-US" altLang="zh-CN" sz="1800" dirty="0"/>
              <a:t>C</a:t>
            </a:r>
            <a:r>
              <a:rPr lang="zh-CN" altLang="en-US" sz="1800" dirty="0"/>
              <a:t>库，为算法组</a:t>
            </a:r>
            <a:r>
              <a:rPr lang="en-US" altLang="zh-CN" sz="1800" dirty="0"/>
              <a:t>python</a:t>
            </a:r>
            <a:r>
              <a:rPr lang="zh-CN" altLang="en-US" sz="1800" dirty="0"/>
              <a:t>运行环境，</a:t>
            </a:r>
            <a:r>
              <a:rPr lang="en-US" altLang="zh-CN" sz="1800" dirty="0"/>
              <a:t>C</a:t>
            </a:r>
            <a:r>
              <a:rPr lang="zh-CN" altLang="en-US" sz="1800" dirty="0"/>
              <a:t>运行环境以及加速器调用接口。</a:t>
            </a:r>
            <a:endParaRPr lang="en-US" altLang="zh-CN" sz="1800" dirty="0"/>
          </a:p>
          <a:p>
            <a:pPr marL="36900" indent="0">
              <a:buNone/>
            </a:pPr>
            <a:r>
              <a:rPr lang="zh-CN" altLang="en-US" sz="2800" dirty="0"/>
              <a:t>算法组</a:t>
            </a:r>
            <a:endParaRPr lang="en-US" altLang="zh-CN" sz="2800" dirty="0"/>
          </a:p>
          <a:p>
            <a:pPr marL="36900" indent="0">
              <a:buNone/>
            </a:pPr>
            <a:r>
              <a:rPr lang="zh-CN" altLang="en-US" sz="1800" dirty="0"/>
              <a:t>完成毫米波雷达的数据解析，姿态识别算法，数据集准备等。</a:t>
            </a:r>
          </a:p>
        </p:txBody>
      </p:sp>
    </p:spTree>
    <p:extLst>
      <p:ext uri="{BB962C8B-B14F-4D97-AF65-F5344CB8AC3E}">
        <p14:creationId xmlns:p14="http://schemas.microsoft.com/office/powerpoint/2010/main" val="182238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08896-8E6C-4984-A929-5588C0D1B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目前的进展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0AD5B-F567-3A15-BCA9-480F23ED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723" y="1501933"/>
            <a:ext cx="10493834" cy="4289267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sz="2800" dirty="0"/>
              <a:t>硬件组</a:t>
            </a:r>
            <a:endParaRPr lang="en-US" altLang="zh-CN" sz="2800" dirty="0"/>
          </a:p>
          <a:p>
            <a:r>
              <a:rPr lang="zh-CN" altLang="en-US" dirty="0"/>
              <a:t>确立的加速器的基本架构并完成了硬件平台的搭建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B7DBA7-DA94-8153-A3C5-10C4B4E73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86" y="2432483"/>
            <a:ext cx="10215627" cy="419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EF216-5B73-C019-8248-991E4C155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879" y="243081"/>
            <a:ext cx="11299667" cy="6371837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dirty="0"/>
              <a:t>完成了</a:t>
            </a:r>
            <a:r>
              <a:rPr lang="en-US" altLang="zh-CN" dirty="0" err="1"/>
              <a:t>petalinux</a:t>
            </a:r>
            <a:r>
              <a:rPr lang="zh-CN" altLang="en-US" dirty="0"/>
              <a:t>的构建与部署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对系统功能进行了修改，开启了多种串口芯片的支持以及</a:t>
            </a:r>
            <a:r>
              <a:rPr lang="en-US" altLang="zh-CN" dirty="0" err="1"/>
              <a:t>fpga</a:t>
            </a:r>
            <a:r>
              <a:rPr lang="zh-CN" altLang="en-US" dirty="0"/>
              <a:t>动态切换</a:t>
            </a:r>
            <a:r>
              <a:rPr lang="en-US" altLang="zh-CN" dirty="0"/>
              <a:t>bitstream</a:t>
            </a:r>
            <a:r>
              <a:rPr lang="zh-CN" altLang="en-US" dirty="0"/>
              <a:t>支持，解锁了内存访问限制并添加了</a:t>
            </a:r>
            <a:r>
              <a:rPr lang="en-US" altLang="zh-CN" dirty="0"/>
              <a:t>UIO</a:t>
            </a:r>
            <a:r>
              <a:rPr lang="zh-CN" altLang="en-US" dirty="0"/>
              <a:t>等通用驱动便于调试。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改动了设备树，留出了</a:t>
            </a:r>
            <a:r>
              <a:rPr lang="en-US" altLang="zh-CN" dirty="0"/>
              <a:t>reserved-memory</a:t>
            </a:r>
            <a:r>
              <a:rPr lang="zh-CN" altLang="en-US" dirty="0"/>
              <a:t>用于配合</a:t>
            </a:r>
            <a:r>
              <a:rPr lang="en-US" altLang="zh-CN" dirty="0" err="1"/>
              <a:t>mmap</a:t>
            </a:r>
            <a:r>
              <a:rPr lang="zh-CN" altLang="en-US" dirty="0"/>
              <a:t>作为临时硬件交换地址快速开发。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EC719D7-BB1F-7F83-0DC8-DA020E890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34" y="3428999"/>
            <a:ext cx="4667901" cy="30674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6B8CF8B-0074-2BBF-B5F8-F8EB221B0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34" y="2237275"/>
            <a:ext cx="8791908" cy="91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6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8900CA-BE87-B300-DF47-467958AA7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67" y="351693"/>
            <a:ext cx="10973790" cy="5439508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dirty="0"/>
              <a:t>完成加速器部署的初步验证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使用</a:t>
            </a:r>
            <a:r>
              <a:rPr lang="en-US" altLang="zh-CN" dirty="0"/>
              <a:t>HLS</a:t>
            </a:r>
            <a:r>
              <a:rPr lang="zh-CN" altLang="en-US" dirty="0"/>
              <a:t>构建流水线逻辑</a:t>
            </a:r>
            <a:r>
              <a:rPr lang="en-US" altLang="zh-CN" dirty="0"/>
              <a:t>+</a:t>
            </a:r>
            <a:r>
              <a:rPr lang="zh-CN" altLang="en-US" dirty="0"/>
              <a:t>手写</a:t>
            </a:r>
            <a:r>
              <a:rPr lang="en-US" altLang="zh-CN" dirty="0"/>
              <a:t>Verilog wrapper</a:t>
            </a:r>
            <a:r>
              <a:rPr lang="zh-CN" altLang="en-US" dirty="0"/>
              <a:t>包装开发了一个验证用的</a:t>
            </a:r>
            <a:r>
              <a:rPr lang="en-US" altLang="zh-CN" dirty="0"/>
              <a:t>DMA</a:t>
            </a:r>
            <a:r>
              <a:rPr lang="zh-CN" altLang="en-US" dirty="0"/>
              <a:t>并成功运行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核心逻辑实现了指定</a:t>
            </a:r>
            <a:r>
              <a:rPr lang="en-US" altLang="zh-CN" dirty="0" err="1"/>
              <a:t>scr,dst,len</a:t>
            </a:r>
            <a:r>
              <a:rPr lang="zh-CN" altLang="en-US" dirty="0"/>
              <a:t>之后独立从</a:t>
            </a:r>
            <a:r>
              <a:rPr lang="en-US" altLang="zh-CN" dirty="0"/>
              <a:t>PL</a:t>
            </a:r>
            <a:r>
              <a:rPr lang="zh-CN" altLang="en-US" dirty="0"/>
              <a:t>读取 写入</a:t>
            </a:r>
            <a:r>
              <a:rPr lang="en-US" altLang="zh-CN" dirty="0"/>
              <a:t>DDR</a:t>
            </a:r>
          </a:p>
          <a:p>
            <a:pPr marL="36900" indent="0">
              <a:buNone/>
            </a:pPr>
            <a:r>
              <a:rPr lang="en-US" altLang="zh-CN" dirty="0"/>
              <a:t>	wrapper</a:t>
            </a:r>
            <a:r>
              <a:rPr lang="zh-CN" altLang="en-US" dirty="0"/>
              <a:t>实现了写入控制寄存器触发</a:t>
            </a:r>
            <a:r>
              <a:rPr lang="en-US" altLang="zh-CN" dirty="0"/>
              <a:t>+</a:t>
            </a:r>
            <a:r>
              <a:rPr lang="zh-CN" altLang="en-US" dirty="0"/>
              <a:t>硬件自动清</a:t>
            </a:r>
            <a:r>
              <a:rPr lang="en-US" altLang="zh-CN" dirty="0"/>
              <a:t>0</a:t>
            </a:r>
            <a:r>
              <a:rPr lang="zh-CN" altLang="en-US" dirty="0"/>
              <a:t>的逻辑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手动</a:t>
            </a:r>
            <a:r>
              <a:rPr lang="en-US" altLang="zh-CN" dirty="0" err="1"/>
              <a:t>devmem</a:t>
            </a:r>
            <a:r>
              <a:rPr lang="zh-CN" altLang="en-US" dirty="0"/>
              <a:t>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D6C7E6-AC4A-B759-227E-730976F8E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" r="4738"/>
          <a:stretch>
            <a:fillRect/>
          </a:stretch>
        </p:blipFill>
        <p:spPr>
          <a:xfrm>
            <a:off x="227566" y="2660448"/>
            <a:ext cx="6731804" cy="39975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85D40D-84F1-43F7-0410-0D57402D3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370" y="2660448"/>
            <a:ext cx="4203455" cy="250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5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2AAAA-333D-219D-691B-F65BB521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65" y="165503"/>
            <a:ext cx="11073092" cy="5625698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dirty="0"/>
              <a:t>完成了</a:t>
            </a:r>
            <a:r>
              <a:rPr lang="en-US" altLang="zh-CN" dirty="0" err="1"/>
              <a:t>linux</a:t>
            </a:r>
            <a:r>
              <a:rPr lang="zh-CN" altLang="en-US" dirty="0"/>
              <a:t>驱动的编写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编写了</a:t>
            </a:r>
            <a:r>
              <a:rPr lang="en-US" altLang="zh-CN" dirty="0" err="1"/>
              <a:t>linux</a:t>
            </a:r>
            <a:r>
              <a:rPr lang="zh-CN" altLang="en-US" dirty="0"/>
              <a:t>驱动从而实现</a:t>
            </a:r>
            <a:r>
              <a:rPr lang="en-US" altLang="zh-CN" dirty="0"/>
              <a:t>malloc</a:t>
            </a:r>
            <a:r>
              <a:rPr lang="zh-CN" altLang="en-US" dirty="0"/>
              <a:t>物理连续地址，用来替代</a:t>
            </a:r>
            <a:r>
              <a:rPr lang="en-US" altLang="zh-CN" dirty="0" err="1"/>
              <a:t>reserved_momery</a:t>
            </a:r>
            <a:r>
              <a:rPr lang="zh-CN" altLang="en-US" dirty="0"/>
              <a:t>实现更标准化更灵活的交换地址获取，添加了中断信号与中断清除逻辑用来替代轮询，在多线程或多协程场景下消除轮询开销。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CCFB88-CE28-320A-156E-09CE10DD9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0" y="1676155"/>
            <a:ext cx="7316221" cy="17528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CFAB35E-FEBD-11F8-225E-D18513D04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0" y="3429000"/>
            <a:ext cx="6865898" cy="310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2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5BBFF3-5812-0DC0-2331-8E34E147D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530" y="103439"/>
            <a:ext cx="11742384" cy="6541477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dirty="0"/>
              <a:t>实现了用户态程序调用自己编写的驱动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调用驱动</a:t>
            </a:r>
            <a:r>
              <a:rPr lang="en-US" altLang="zh-CN" dirty="0"/>
              <a:t>malloc</a:t>
            </a:r>
            <a:r>
              <a:rPr lang="zh-CN" altLang="en-US" dirty="0"/>
              <a:t>到的物理地址进行读写测试</a:t>
            </a:r>
            <a:endParaRPr lang="en-US" altLang="zh-CN" dirty="0"/>
          </a:p>
          <a:p>
            <a:pPr marL="3690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15583C-40BE-F39A-E2B4-9E8D93B7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84" y="1163721"/>
            <a:ext cx="7849695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0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7A8C16-CB7E-0BEB-87D6-51BA1DF5B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703" y="285491"/>
            <a:ext cx="11701010" cy="6231161"/>
          </a:xfrm>
        </p:spPr>
        <p:txBody>
          <a:bodyPr/>
          <a:lstStyle/>
          <a:p>
            <a:pPr marL="36900" indent="0">
              <a:buNone/>
            </a:pPr>
            <a:r>
              <a:rPr lang="zh-CN" altLang="en-US" sz="3200" dirty="0"/>
              <a:t>未来的安排</a:t>
            </a:r>
            <a:endParaRPr lang="en-US" altLang="zh-CN" sz="3200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sz="2800" dirty="0"/>
              <a:t>算法适配</a:t>
            </a:r>
            <a:r>
              <a:rPr lang="zh-CN" altLang="en-US" dirty="0"/>
              <a:t>：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向驱动中添加获取寄存器地址，通知用户程序中断等功能，完成驱动。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在使用独立程序充分测试后编译</a:t>
            </a:r>
            <a:r>
              <a:rPr lang="en-US" altLang="zh-CN" dirty="0"/>
              <a:t>C</a:t>
            </a:r>
            <a:r>
              <a:rPr lang="zh-CN" altLang="en-US" dirty="0"/>
              <a:t>库并提供更抽象的接口。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</a:t>
            </a:r>
            <a:r>
              <a:rPr lang="zh-CN" altLang="en-US" sz="2800" dirty="0"/>
              <a:t>硬件设计</a:t>
            </a:r>
            <a:endParaRPr lang="en-US" altLang="zh-CN" sz="2800" dirty="0"/>
          </a:p>
          <a:p>
            <a:pPr marL="3690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在现有内存搬运功能的基础上添加数据处理流程，完成初版有计算能力的加速器。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总线加宽</a:t>
            </a:r>
            <a:r>
              <a:rPr lang="en-US" altLang="zh-CN" dirty="0"/>
              <a:t>&amp;</a:t>
            </a:r>
            <a:r>
              <a:rPr lang="zh-CN" altLang="en-US" dirty="0"/>
              <a:t>超频</a:t>
            </a:r>
            <a:r>
              <a:rPr lang="en-US" altLang="zh-CN" dirty="0"/>
              <a:t>,</a:t>
            </a:r>
            <a:r>
              <a:rPr lang="zh-CN" altLang="en-US" dirty="0"/>
              <a:t>实现跨时钟域传输充分利用</a:t>
            </a:r>
            <a:r>
              <a:rPr lang="en-US" altLang="zh-CN" dirty="0"/>
              <a:t>DDR</a:t>
            </a:r>
            <a:r>
              <a:rPr lang="zh-CN" altLang="en-US" dirty="0"/>
              <a:t>带宽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添加指令队列，实现内存预取从而隐藏</a:t>
            </a:r>
            <a:r>
              <a:rPr lang="en-US" altLang="zh-CN" dirty="0"/>
              <a:t>DDR</a:t>
            </a:r>
            <a:r>
              <a:rPr lang="zh-CN" altLang="en-US" dirty="0"/>
              <a:t>延迟</a:t>
            </a:r>
            <a:endParaRPr lang="en-US" altLang="zh-CN" dirty="0"/>
          </a:p>
          <a:p>
            <a:pPr marL="36900" indent="0">
              <a:buNone/>
            </a:pPr>
            <a:r>
              <a:rPr lang="en-US" altLang="zh-CN" dirty="0"/>
              <a:t>		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917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石板">
  <a:themeElements>
    <a:clrScheme name="石板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石板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石板</Template>
  <TotalTime>88</TotalTime>
  <Words>447</Words>
  <Application>Microsoft Office PowerPoint</Application>
  <PresentationFormat>宽屏</PresentationFormat>
  <Paragraphs>33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Arial Black</vt:lpstr>
      <vt:lpstr>Wingdings 2</vt:lpstr>
      <vt:lpstr>石板</vt:lpstr>
      <vt:lpstr>基于毫米波的人体姿态识别和 FPGA加速研究</vt:lpstr>
      <vt:lpstr>项目方针</vt:lpstr>
      <vt:lpstr>目前的进展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k3611</dc:creator>
  <cp:lastModifiedBy>k3611</cp:lastModifiedBy>
  <cp:revision>3</cp:revision>
  <dcterms:created xsi:type="dcterms:W3CDTF">2026-03-13T10:57:14Z</dcterms:created>
  <dcterms:modified xsi:type="dcterms:W3CDTF">2026-03-13T12:25:53Z</dcterms:modified>
</cp:coreProperties>
</file>